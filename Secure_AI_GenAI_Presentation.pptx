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&amp; GenAI Secure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Guide to Secure Design, Implementation &amp; Deployment</a:t>
            </a:r>
          </a:p>
          <a:p/>
          <a:p>
            <a:r>
              <a:t>Author: Nithin Srivatsan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 &amp; GenAI?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Artificial Intelligence (AI): Systems that mimic human intelligence.</a:t>
            </a:r>
          </a:p>
          <a:p/>
          <a:p>
            <a:r>
              <a:t>Generative AI (GenAI): AI systems that generate new content like text, images, code.</a:t>
            </a:r>
          </a:p>
          <a:p/>
          <a:p>
            <a:r>
              <a:t>Examples: Chatbots, Image Generators, Code Assistants.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Security is Needed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systems handle sensitive data.</a:t>
            </a:r>
          </a:p>
          <a:p>
            <a:r>
              <a:t>GenAI can be manipulated using prompts.</a:t>
            </a:r>
          </a:p>
          <a:p>
            <a:r>
              <a:t>AI models can leak confidential data.</a:t>
            </a:r>
          </a:p>
          <a:p>
            <a:r>
              <a:t>AI systems can be misused or abused.</a:t>
            </a:r>
          </a:p>
          <a:p/>
          <a:p>
            <a:r>
              <a:t>Security ensures trust, safety, and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AI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 → Model Training → Storage → Deployment → Inference → Monitoring</a:t>
            </a:r>
          </a:p>
          <a:p/>
          <a:p>
            <a:r>
              <a:t>Security must be applied at every stage to prevent attacks and misuse.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Security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Protects training and inference data.</a:t>
            </a:r>
          </a:p>
          <a:p>
            <a:r>
              <a:t>Prevents data poisoning and leaks.</a:t>
            </a:r>
          </a:p>
          <a:p>
            <a:r>
              <a:t>Uses encryption, access control, and anonymization.</a:t>
            </a:r>
          </a:p>
          <a:p>
            <a:r>
              <a:t>Ensures privacy and compliance.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Protects AI models from theft and tampering.</a:t>
            </a:r>
          </a:p>
          <a:p>
            <a:r>
              <a:t>Ensures model integrity.</a:t>
            </a:r>
          </a:p>
          <a:p>
            <a:r>
              <a:t>Uses encrypted storage, restricted access, and version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Security (GenAI)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Prevents prompt injection and jailbreaking.</a:t>
            </a:r>
          </a:p>
          <a:p>
            <a:r>
              <a:t>Validates and sanitizes user inputs.</a:t>
            </a:r>
          </a:p>
          <a:p>
            <a:r>
              <a:t>Locks system instructions.</a:t>
            </a:r>
          </a:p>
          <a:p>
            <a:r>
              <a:t>Ensures AI follows intended behavior.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Filters harmful or sensitive responses.</a:t>
            </a:r>
          </a:p>
          <a:p>
            <a:r>
              <a:t>Prevents hallucinations and misinformation.</a:t>
            </a:r>
          </a:p>
          <a:p>
            <a:r>
              <a:t>Uses moderation rules and human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&amp; Access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Controls who can access AI services.</a:t>
            </a:r>
          </a:p>
          <a:p>
            <a:r>
              <a:t>Uses authentication, authorization, and rate limiting.</a:t>
            </a:r>
          </a:p>
          <a:p>
            <a:r>
              <a:t>Prevents abuse and unauthorized usage.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Secures cloud, containers, and servers.</a:t>
            </a:r>
          </a:p>
          <a:p>
            <a:r>
              <a:t>Prevents unauthorized access.</a:t>
            </a:r>
          </a:p>
          <a:p>
            <a:r>
              <a:t>Uses private networks, secrets management, and monitoring.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Deployment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Authentication → Prompt Validation → AI Model → Output Filter → Logs</a:t>
            </a:r>
          </a:p>
          <a:p/>
          <a:p>
            <a:r>
              <a:t>Ensures protection before and after AI processing.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AI Insecurities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Injection</a:t>
            </a:r>
          </a:p>
          <a:p>
            <a:r>
              <a:t>Data Leakage</a:t>
            </a:r>
          </a:p>
          <a:p>
            <a:r>
              <a:t>Model Theft</a:t>
            </a:r>
          </a:p>
          <a:p>
            <a:r>
              <a:t>Bias</a:t>
            </a:r>
          </a:p>
          <a:p>
            <a:r>
              <a:t>Hallucinations</a:t>
            </a:r>
          </a:p>
          <a:p>
            <a:r>
              <a:t>API Abuse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Fixing AI Insecurities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Validation &amp; Filters</a:t>
            </a:r>
          </a:p>
          <a:p>
            <a:r>
              <a:t>Encryption</a:t>
            </a:r>
          </a:p>
          <a:p>
            <a:r>
              <a:t>Access Control</a:t>
            </a:r>
          </a:p>
          <a:p>
            <a:r>
              <a:t>Monitoring</a:t>
            </a:r>
          </a:p>
          <a:p>
            <a:r>
              <a:t>Auditing</a:t>
            </a:r>
          </a:p>
          <a:p>
            <a:r>
              <a:t>Human-in-the-loop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Secure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Builds trust</a:t>
            </a:r>
          </a:p>
          <a:p>
            <a:r>
              <a:t>Protects data</a:t>
            </a:r>
          </a:p>
          <a:p>
            <a:r>
              <a:t>Prevents attacks</a:t>
            </a:r>
          </a:p>
          <a:p>
            <a:r>
              <a:t>Ensures compliance</a:t>
            </a:r>
          </a:p>
          <a:p>
            <a:r>
              <a:t>Improves reliability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AI ensures responsible, safe, and reliable AI systems.</a:t>
            </a:r>
          </a:p>
          <a:p>
            <a:r>
              <a:t>Security must be integrated from design to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